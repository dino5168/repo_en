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hello world test generated by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simple slide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